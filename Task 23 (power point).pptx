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6ED6-BB9A-E0CC-7295-5E672785D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947ED-C3AE-C19E-AE2B-E131D1C41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421D6-5FD4-FD0C-293E-8B0C5D7C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9B29-699C-4195-5D45-149EB419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6D464-8CB5-53F9-449F-A59CE296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34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B2CE-2161-DE26-F332-BD74D9E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B40F-F11D-134E-BF57-38077FF5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CC45D-24C6-5C08-C24A-02BBE15E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7D35-FF4C-8D36-ACED-78647B1F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670B9-96D6-5141-E730-EA65A135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48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CB39-D9F7-41EF-70C2-720E74CA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6446A-1A8E-99C0-3180-4001BD05B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4B242-C60A-921B-8348-396EDC4C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6F38-5687-FF21-5AF1-0ED989BB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74BFD-A43F-72AC-FCF8-490A3CCC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9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9E9B-F981-0EAB-CE1D-1EC1A854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3F75-BC5E-7DB8-1792-8DB6E19E6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E7875-84D9-2BB1-D81E-E9C2A0D34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240D-1BAB-2CED-2C94-4B95DD043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92923-42A4-9D3F-012C-F35B3334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407C5-5CBA-964E-42C5-B3464F8B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0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0C5D-E49B-32CC-ED1E-29235C0C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35C7E-E749-B927-B560-AD63B081B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17909-7CB4-C63E-ACD4-A6C264D47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0135C-3FDA-FF41-68CF-D202E16DC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55A76-0DEF-5911-9608-CD51EEEA0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679AD-B8CF-F388-D7F8-4660EE9D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1F727-6149-BED2-42BA-D5146BFA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245D8-04C7-9A9C-1239-246C39A5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8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9AE8-C096-9190-4FE8-5C166235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F959E-AD2D-FE15-E75F-294BC440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EA66A-0C9B-2B56-5900-73057799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22D4A-2869-1F4D-C094-FBFD63AA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0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D8602-CCCA-A430-7213-AE9FBA92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DEC9-06D5-B65A-657D-DB4DE113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9A36A-7878-43D9-DAEB-A4ABC5CB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8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886C-E385-3677-BCD7-BF5F8AFE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D357-8A04-94E0-9C8C-273957D2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9F436-9772-3563-A8EC-B64531C94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643E3-BF6C-8D95-8D4E-E9E68043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68FC5-F6B9-E172-3D31-5CF6447F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24C4F-F327-873B-0818-67770B14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19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F130-7133-1473-29CC-55DE32F6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5EA00-E763-9B89-8928-98FBABC42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10EA7-B6C5-AFB6-05E6-E84E66E83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623EB-C66E-82EF-3B8D-C4BD8D83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98286-8A60-9E01-45E4-103A08A4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F4A8B-637B-EA85-3FF6-2A7BE3EF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55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896D-E91E-BF34-EA01-4EB5A980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2510A-6623-D426-2EEE-F9DB4007B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17D3-BBD2-BA84-C605-94EF60AC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8B29-6D59-DBDB-2DC8-BF1946BB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61D50-0174-2B95-9CE2-42EFC7A3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0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2CDF6-7424-08F1-5496-9914B1D12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D8EA4-4CC4-0F70-CC35-9EFACA7EA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6A01A-84A4-262F-FE68-F88A32B1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E55E3-2089-E936-B867-E2E93A69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A8B19-0C78-86CE-1142-B2566644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54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D78CE-B507-473C-4070-878C8B7F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D1A52-BA8C-E6AC-1FF6-D2F591C64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F44E3-8708-DE88-AC58-AB44431BA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D3D7F-E54A-48EF-BAFF-80997D77BE1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0F41E-D2C3-BF12-5263-D604C6C82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A4597-1EC1-4156-9BF6-EA18CE698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606AA-8273-455E-95A2-98231EE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29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1FE2CA-7108-C4B8-C946-6F6E3407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11169"/>
          </a:xfrm>
        </p:spPr>
        <p:txBody>
          <a:bodyPr>
            <a:normAutofit/>
          </a:bodyPr>
          <a:lstStyle/>
          <a:p>
            <a:pPr algn="ctr"/>
            <a:r>
              <a:rPr lang="en-IN" sz="4800" b="1" u="sng" dirty="0"/>
              <a:t>Campaign Overview &amp;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FC612-E4C1-819A-2222-BC5C513131E8}"/>
              </a:ext>
            </a:extLst>
          </p:cNvPr>
          <p:cNvSpPr txBox="1"/>
          <p:nvPr/>
        </p:nvSpPr>
        <p:spPr>
          <a:xfrm>
            <a:off x="173620" y="983848"/>
            <a:ext cx="896748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200" b="1" u="sng" dirty="0"/>
              <a:t>Campaign Objective: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Primary Objective : Leads Optimized for instant form submissions or high-intent WhatsApp chats.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Secondary Objective : Sales Optimized for direct course purchases via the Meta Pixel or Conversion API.</a:t>
            </a:r>
          </a:p>
          <a:p>
            <a:endParaRPr lang="en-IN" sz="32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200" b="1" u="sng" dirty="0"/>
              <a:t>Audience Research: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Core Audience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Interests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Custom Audiences</a:t>
            </a:r>
            <a:endParaRPr lang="en-IN" sz="3200" b="1" u="sng" dirty="0"/>
          </a:p>
          <a:p>
            <a:endParaRPr lang="en-IN" sz="3200" dirty="0"/>
          </a:p>
          <a:p>
            <a:endParaRPr lang="en-IN" sz="3200" b="1" u="sng" dirty="0"/>
          </a:p>
          <a:p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7775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692161-124A-B9A0-A566-72127FD81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24"/>
            <a:ext cx="11353800" cy="949124"/>
          </a:xfrm>
        </p:spPr>
        <p:txBody>
          <a:bodyPr/>
          <a:lstStyle/>
          <a:p>
            <a:pPr algn="ctr"/>
            <a:r>
              <a:rPr lang="en-IN" b="1" u="sng" dirty="0"/>
              <a:t>Campaign Funnel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452EC-BA02-AC7E-394D-0DE1C3C95522}"/>
              </a:ext>
            </a:extLst>
          </p:cNvPr>
          <p:cNvSpPr txBox="1"/>
          <p:nvPr/>
        </p:nvSpPr>
        <p:spPr>
          <a:xfrm>
            <a:off x="92597" y="1030148"/>
            <a:ext cx="904850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Campaign Structure</a:t>
            </a:r>
            <a:r>
              <a:rPr lang="en-IN" sz="3200" b="1" dirty="0"/>
              <a:t>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Top of Funnel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Middle of Funnel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Bottom of Funnel</a:t>
            </a:r>
          </a:p>
          <a:p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Ad Set Configuration: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Conversion Location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Budget Strategy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Budget Allocation</a:t>
            </a:r>
          </a:p>
          <a:p>
            <a:endParaRPr lang="en-IN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Creative Strategy:</a:t>
            </a:r>
          </a:p>
          <a:p>
            <a:endParaRPr lang="en-IN" sz="3200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64455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0B72E3-A768-9E05-469A-B337923AF7DD}"/>
              </a:ext>
            </a:extLst>
          </p:cNvPr>
          <p:cNvSpPr txBox="1"/>
          <p:nvPr/>
        </p:nvSpPr>
        <p:spPr>
          <a:xfrm>
            <a:off x="138896" y="127322"/>
            <a:ext cx="900221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Video Ads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Carousel Ads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Instant Forms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Ad Copy: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Primary Text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Headline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Description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Call to Action</a:t>
            </a:r>
          </a:p>
          <a:p>
            <a:endParaRPr lang="en-IN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Budget Planning: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dirty="0"/>
              <a:t>Initial Test Budget:</a:t>
            </a:r>
            <a:r>
              <a:rPr lang="en-IN" sz="3200" dirty="0"/>
              <a:t> Per day to test hooks and audiences over a 7-day learning phase.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1544220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430D88-0EBB-AA5D-69E8-330582349A46}"/>
              </a:ext>
            </a:extLst>
          </p:cNvPr>
          <p:cNvSpPr txBox="1"/>
          <p:nvPr/>
        </p:nvSpPr>
        <p:spPr>
          <a:xfrm>
            <a:off x="0" y="104172"/>
            <a:ext cx="9141106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u="none" strike="noStrike" dirty="0">
                <a:effectLst/>
                <a:latin typeface="Google Sans"/>
              </a:rPr>
              <a:t>Scaling Budget:</a:t>
            </a:r>
            <a:r>
              <a:rPr lang="en-IN" sz="3200" dirty="0"/>
              <a:t> Scale by every 3-4 days on ads that hit target KPIs until the budget reaches day.</a:t>
            </a:r>
          </a:p>
          <a:p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Placement Strategy: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dirty="0"/>
              <a:t>Automated Placements:</a:t>
            </a:r>
            <a:r>
              <a:rPr lang="en-IN" sz="3200" dirty="0"/>
              <a:t> Let this placement strategy decide, but prioritize mobile feeds, Instagram Reels, and Facebook Stories.</a:t>
            </a:r>
          </a:p>
          <a:p>
            <a:endParaRPr lang="en-IN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Expected KPIs: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Click-Through Rate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Cost Per Lead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Conversion Rate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/>
              <a:t>Return on Ad Spend</a:t>
            </a:r>
          </a:p>
          <a:p>
            <a:endParaRPr lang="en-IN" sz="3200" b="1" u="sng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675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90A7DC-9BB6-15B1-09C2-7380C0EE7FB7}"/>
              </a:ext>
            </a:extLst>
          </p:cNvPr>
          <p:cNvSpPr txBox="1"/>
          <p:nvPr/>
        </p:nvSpPr>
        <p:spPr>
          <a:xfrm>
            <a:off x="127322" y="173620"/>
            <a:ext cx="90137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u="sng" dirty="0"/>
              <a:t>Performance Optimization Plan: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dirty="0"/>
              <a:t>Creative Testing: </a:t>
            </a:r>
            <a:r>
              <a:rPr lang="en-IN" sz="3200" dirty="0"/>
              <a:t>Always have a Creative Testing Sandbox ad set where you test 3 new hooks every week.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dirty="0"/>
              <a:t>Audience Refresh:</a:t>
            </a:r>
            <a:r>
              <a:rPr lang="en-IN" sz="3200" dirty="0"/>
              <a:t> Swap out ad sets if the Frequency metric exceeds.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b="1" dirty="0"/>
              <a:t>Rule-Based Automation:</a:t>
            </a:r>
            <a:r>
              <a:rPr lang="en-IN" sz="3200" dirty="0"/>
              <a:t> Set up automated rules in Ads Manager.</a:t>
            </a:r>
          </a:p>
          <a:p>
            <a:endParaRPr lang="en-IN" sz="3200" b="1" u="sng" dirty="0"/>
          </a:p>
          <a:p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71318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Google Sans</vt:lpstr>
      <vt:lpstr>Office Theme</vt:lpstr>
      <vt:lpstr>Campaign Overview &amp; Objectives</vt:lpstr>
      <vt:lpstr>Campaign Funnel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2026-07-22T12:46:05Z</dcterms:created>
  <dcterms:modified xsi:type="dcterms:W3CDTF">2026-07-22T12:46:21Z</dcterms:modified>
</cp:coreProperties>
</file>