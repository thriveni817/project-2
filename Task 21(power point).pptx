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6E17-08AD-DA22-FC4D-2ECDEBA52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5ABA1-A15E-9DB7-D055-2235DC09F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98942-E58F-B461-61F6-242D0F43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70B9D-EF74-2AB9-4FD3-13763E19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AAC2-638D-3AAD-37DF-2860954D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37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3D7D-414C-E844-3110-D483DA97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C13C-7E37-698F-AAFD-C36B157D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6BB1A-AA99-A578-8E7C-12CBB912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C4BA-834A-D060-AB9C-55A09672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81AC-FF05-9EC9-A982-24F58AF5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00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1731-A4E3-8147-167A-CB732CB4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70C2-2ADC-FE4C-ADC1-E40D84DC7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5862F-7289-D2CB-D7C9-042BFDCD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A0898-A669-27BB-0CDF-5BCB1143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75738-2C40-6FE3-E599-44752672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1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FE31-8ADC-69BD-045C-DF1170F0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34BA-142F-AF3C-3827-88EE391D7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ED244-F397-0D2B-DC8C-1142514D2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A1C8C-BCDC-A264-4823-25703140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D8487-AD5F-E867-72CE-F21A1C1C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149F0-FCDF-451C-3828-D21CDBC9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62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2041-7E16-504E-8888-2BFBB2550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73BB7-DAF3-40D7-6B19-6EA92F992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5B0B0-1DF3-8DD3-DE62-C61B87ACE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EC53-C1F8-F788-E6C7-DB8F0AA4B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0705F-DC06-CA4F-9C85-3E36FA47A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03C3D-773A-62D4-C65F-E33815AB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1FF85-AB8B-92CF-5512-47F6B28D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53AFB-A4ED-0B47-7F41-9F23CC1B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06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B443-4B55-28D7-7019-FA49F65E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113A1-6741-E9E6-3C17-29B8C419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EDDFD-D0A9-2183-3D35-64AA9654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7EFCF-329E-6365-ADB7-BB8331FA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4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03A5F-2722-D394-2574-77A3ECCF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CA5D1-20DE-5E59-E0D7-78B82A9D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612A7-5F6A-462D-8A59-7072233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3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1638-AB22-1A90-5B2C-D0F380B3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62D5-9242-7C94-AC68-CAD924AE5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E58BE-6651-C25E-3257-3097E1486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892E2-CE4E-C569-1E7E-D8C4BD92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3BED9-D9CB-9E9A-888C-93D73183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02AE3-72B2-5F42-5E9A-6F5C10B1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7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0A62-202C-4983-40A5-79F5C490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A16BD-5311-6F5F-74CD-0B56C42E0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1766B-D912-508E-EC5B-2C26E9C21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44B54-EFAD-B441-1803-E94C5288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44E5E-2A83-D624-6882-09CD8628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AE9C-C934-C0A7-E780-69FE85E5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9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A05E-6A27-6642-3E7A-A16F0CDD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29CF5-CC06-7AAA-F957-B4B99374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1CFAD-1C8F-8189-5155-07691BF8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B4AE-105D-8268-2DC4-D5451342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94B7F-A613-E31F-9310-F23B908C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3BE92-34CA-BD9E-2A5A-676CF006F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87A29-3134-45E4-291C-3DE078F17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D9C7F-4A2D-E8DD-A66B-9FC36F50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F59CD-DA6D-1F5E-6568-F350777F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03C78-8564-2C0F-CEC3-1C3A6EA0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86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FD80F4-B04E-57E2-49B5-61ED62C3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304A-2A06-27A4-B57B-332F7A48D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74A98-B9EF-2986-A31B-571DFC93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29656-5197-4033-9B87-D230AFA4CC76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43768-4B2F-699F-80AE-8783F6615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FA4E2-7A75-89D1-DCC8-92A474BF6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FD760-40FB-47ED-AC63-257A6CA75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8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551C-A1DF-478E-3535-F7B76524A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72" y="104173"/>
            <a:ext cx="11921924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</a:t>
            </a:r>
            <a:r>
              <a:rPr lang="en-IN" sz="5300" b="1" dirty="0"/>
              <a:t>PowerPoint Launch Presentation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74045-A915-0B50-154A-3FF5D5D85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04" y="1215341"/>
            <a:ext cx="11860192" cy="553848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600" b="1" dirty="0"/>
              <a:t>Title:</a:t>
            </a:r>
            <a:r>
              <a:rPr lang="en-IN" sz="3600" dirty="0"/>
              <a:t> Google Ads Launch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3600" b="1" dirty="0"/>
              <a:t>Subtitle:</a:t>
            </a:r>
            <a:r>
              <a:rPr lang="en-IN" sz="3600" dirty="0"/>
              <a:t> Driving Patient Acquisition in Tirupati.</a:t>
            </a:r>
          </a:p>
          <a:p>
            <a:pPr algn="l"/>
            <a:endParaRPr lang="en-IN" dirty="0"/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5400" b="1" u="sng" dirty="0"/>
              <a:t>Campaign Objectives: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600" b="1" dirty="0"/>
              <a:t>Goal:</a:t>
            </a:r>
            <a:r>
              <a:rPr lang="en-IN" sz="3600" dirty="0"/>
              <a:t> Generate qualified leads and new patient appointments.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600" b="1" dirty="0"/>
              <a:t>Primary Actions:</a:t>
            </a:r>
            <a:r>
              <a:rPr lang="en-IN" sz="3600" dirty="0"/>
              <a:t> Phone calls and online booking form submissions.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600" b="1" dirty="0"/>
              <a:t>Target Audience:</a:t>
            </a:r>
            <a:r>
              <a:rPr lang="en-IN" sz="3600" dirty="0"/>
              <a:t> Patients in and around Tirupati actively searching for medical specialists.</a:t>
            </a:r>
          </a:p>
          <a:p>
            <a:pPr algn="l"/>
            <a:endParaRPr lang="en-IN" sz="3200" b="1" u="sng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56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BD7BD9-6708-8125-AE37-5C242AEEDC7C}"/>
              </a:ext>
            </a:extLst>
          </p:cNvPr>
          <p:cNvSpPr txBox="1"/>
          <p:nvPr/>
        </p:nvSpPr>
        <p:spPr>
          <a:xfrm>
            <a:off x="84881" y="0"/>
            <a:ext cx="1210711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5400" b="1" u="sng" dirty="0"/>
              <a:t>Budget &amp; Bidding: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Daily Budget:</a:t>
            </a:r>
            <a:r>
              <a:rPr lang="en-IN" sz="3600" dirty="0"/>
              <a:t> ₹1,500 INR.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Strategy:</a:t>
            </a:r>
            <a:r>
              <a:rPr lang="en-IN" sz="3600" dirty="0"/>
              <a:t> Maximize Conversions.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Geotargeting:</a:t>
            </a:r>
            <a:r>
              <a:rPr lang="en-IN" sz="3600" dirty="0"/>
              <a:t> 15 km radius around Tirupati.</a:t>
            </a:r>
          </a:p>
          <a:p>
            <a:endParaRPr lang="en-IN" sz="3600" dirty="0"/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5400" b="1" u="sng" dirty="0"/>
              <a:t>Ad Groups &amp; Keywords: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Ad Group 1:</a:t>
            </a:r>
            <a:r>
              <a:rPr lang="en-IN" sz="3600" dirty="0"/>
              <a:t> General Multi-Specialty Care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/>
              <a:t>Keywords: High-intent terms </a:t>
            </a:r>
            <a:endParaRPr lang="en-IN" sz="3600" b="1" u="sng" dirty="0"/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IN" sz="3600" dirty="0"/>
          </a:p>
          <a:p>
            <a:endParaRPr lang="en-IN" sz="5400" b="1" u="sng" dirty="0"/>
          </a:p>
        </p:txBody>
      </p:sp>
    </p:spTree>
    <p:extLst>
      <p:ext uri="{BB962C8B-B14F-4D97-AF65-F5344CB8AC3E}">
        <p14:creationId xmlns:p14="http://schemas.microsoft.com/office/powerpoint/2010/main" val="338577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82DCDB-7183-3063-14C1-2567BA4212F9}"/>
              </a:ext>
            </a:extLst>
          </p:cNvPr>
          <p:cNvSpPr txBox="1"/>
          <p:nvPr/>
        </p:nvSpPr>
        <p:spPr>
          <a:xfrm>
            <a:off x="150471" y="162046"/>
            <a:ext cx="9036934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5400" b="1" u="sng" dirty="0"/>
              <a:t>Ad Creatives &amp; Extensions: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Responsive Search Ads:</a:t>
            </a:r>
            <a:r>
              <a:rPr lang="en-IN" sz="3600" dirty="0"/>
              <a:t> Highlighting Same-Day Appointments and Expert Doctors.</a:t>
            </a:r>
          </a:p>
          <a:p>
            <a:endParaRPr lang="en-IN" sz="36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Responsive Display Ads:</a:t>
            </a:r>
            <a:r>
              <a:rPr lang="en-IN" sz="3600" dirty="0"/>
              <a:t> Visual branding featuring the clinic and staff.</a:t>
            </a:r>
          </a:p>
          <a:p>
            <a:endParaRPr lang="en-IN" sz="36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Ad Extensions:</a:t>
            </a:r>
            <a:r>
              <a:rPr lang="en-IN" sz="3600" dirty="0"/>
              <a:t> Utilizing Call, Sitelink, and Callout assets for higher click-through rates.</a:t>
            </a:r>
          </a:p>
          <a:p>
            <a:endParaRPr lang="en-IN" sz="5400" b="1" u="sng" dirty="0"/>
          </a:p>
          <a:p>
            <a:endParaRPr lang="en-IN" sz="5400" b="1" u="sng" dirty="0"/>
          </a:p>
        </p:txBody>
      </p:sp>
    </p:spTree>
    <p:extLst>
      <p:ext uri="{BB962C8B-B14F-4D97-AF65-F5344CB8AC3E}">
        <p14:creationId xmlns:p14="http://schemas.microsoft.com/office/powerpoint/2010/main" val="201373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EE6D1-23DE-10EE-ACC6-70A40F559BE1}"/>
              </a:ext>
            </a:extLst>
          </p:cNvPr>
          <p:cNvSpPr txBox="1"/>
          <p:nvPr/>
        </p:nvSpPr>
        <p:spPr>
          <a:xfrm>
            <a:off x="138896" y="150471"/>
            <a:ext cx="9002210" cy="617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indent="-685800">
              <a:spcBef>
                <a:spcPts val="9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5400" b="1" u="sng" strike="noStrike" dirty="0">
                <a:effectLst/>
                <a:latin typeface="Google Sans"/>
              </a:rPr>
              <a:t>Conversion Tracking &amp; Success Metrics: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Tracking:</a:t>
            </a:r>
            <a:r>
              <a:rPr lang="en-IN" sz="3600" dirty="0"/>
              <a:t> Phone call clicks and appointment form fills.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Key Performance Indicators (KPIs):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Cost Per Acquisition (CPA).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Click-Through Rate (CTR).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Total Appointment Bookings.</a:t>
            </a:r>
          </a:p>
          <a:p>
            <a:pPr marR="0">
              <a:spcBef>
                <a:spcPts val="900"/>
              </a:spcBef>
              <a:spcAft>
                <a:spcPts val="1200"/>
              </a:spcAft>
            </a:pPr>
            <a:endParaRPr lang="en-IN" sz="5400" b="1" u="sng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53833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75EB89-EBF5-6FEC-7D07-DBC8579C88EF}"/>
              </a:ext>
            </a:extLst>
          </p:cNvPr>
          <p:cNvSpPr txBox="1"/>
          <p:nvPr/>
        </p:nvSpPr>
        <p:spPr>
          <a:xfrm>
            <a:off x="115747" y="196770"/>
            <a:ext cx="902535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5400" b="1" u="sng" dirty="0"/>
              <a:t>Next Steps / Launch Checklist: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Finalize Tag Setup:</a:t>
            </a:r>
            <a:r>
              <a:rPr lang="en-IN" sz="3600" dirty="0"/>
              <a:t> Ensure website conversion tracking is verified.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Compliance Check:</a:t>
            </a:r>
            <a:r>
              <a:rPr lang="en-IN" sz="3600" dirty="0"/>
              <a:t> Final review of ads against Google's Healthcare policies.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Launch Date:</a:t>
            </a:r>
            <a:r>
              <a:rPr lang="en-IN" sz="3600" dirty="0"/>
              <a:t> Insert Date.</a:t>
            </a:r>
          </a:p>
          <a:p>
            <a:endParaRPr lang="en-IN" sz="5400" b="1" u="sng" dirty="0"/>
          </a:p>
        </p:txBody>
      </p:sp>
    </p:spTree>
    <p:extLst>
      <p:ext uri="{BB962C8B-B14F-4D97-AF65-F5344CB8AC3E}">
        <p14:creationId xmlns:p14="http://schemas.microsoft.com/office/powerpoint/2010/main" val="170204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Wingdings</vt:lpstr>
      <vt:lpstr>Office Theme</vt:lpstr>
      <vt:lpstr> PowerPoint Launch Presentation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2026-07-20T13:08:48Z</dcterms:created>
  <dcterms:modified xsi:type="dcterms:W3CDTF">2026-07-20T13:09:07Z</dcterms:modified>
</cp:coreProperties>
</file>