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F56D1-32AC-D517-0462-D5F4D59B1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AC8D2-D883-13CA-0DEC-8BD105C68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0B94-AF14-4FFA-F6CD-989D388E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2FA90-7722-4F44-881C-2D3AD255F05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9B9AD-0B01-8557-549A-B882E4CBA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8CB66-D393-2DD2-DB02-1C242CC7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E2CA-B43B-4054-A0C7-AED9852C1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73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1842-F03D-7452-B98D-874BB474C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76A2C-F227-8859-BE2D-4FAED11DE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AFB24-A76C-911F-1D1F-54C2215BC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2FA90-7722-4F44-881C-2D3AD255F05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8799A-A43C-9144-34CF-6D4599A3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91678-CDA5-32DA-0FC2-0B8986B24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E2CA-B43B-4054-A0C7-AED9852C1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240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0230A-7DC8-333A-F5CF-EAF44A46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7630D-21A3-49B7-7AF4-7C363F977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EEBF-3A6E-8D73-0240-5D54F0C12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2FA90-7722-4F44-881C-2D3AD255F05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155A-1557-455F-D9B2-DE3A5D67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58FF2-D60E-19BD-EA00-4D56FB19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E2CA-B43B-4054-A0C7-AED9852C1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368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6737-0053-7F0A-D33F-890CDC0D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97203-A0F3-1CED-63E4-ADEE45B71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76B9B-CA84-85AE-2FE2-DC72EE7FC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9E856-3EB2-D791-2322-E732637A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2FA90-7722-4F44-881C-2D3AD255F05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E5871-0352-0BDD-570A-62DCAB1BF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63D88-F39A-4EEF-A531-3E227819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E2CA-B43B-4054-A0C7-AED9852C1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007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D3F89-A426-9452-2FE4-AA538974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57648-E813-2719-554A-07FC6B4D7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3AE4F-532F-0228-0BF8-D170F59B9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6EFC0A-1FA4-D4D0-DC9D-FDE8B18674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44EB47-1E1F-C67E-BE4A-81A3093EF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89C96E-8D9C-33FD-7D3F-484DD72E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2FA90-7722-4F44-881C-2D3AD255F05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FF32D3-701E-F0E9-335C-A86601A38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09AE47-19AD-292D-9081-BD573F98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E2CA-B43B-4054-A0C7-AED9852C1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14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08E7F-8E23-037A-0120-76FF69FF1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49BFB-2BEF-7B6C-F282-C4E96833B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2FA90-7722-4F44-881C-2D3AD255F05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617F81-5FFA-575C-1A65-DF84973D3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E0E9A-3533-56F0-0703-F057FCDF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E2CA-B43B-4054-A0C7-AED9852C1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42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7FAFB4-6720-3B97-ECEB-B27B3FD4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2FA90-7722-4F44-881C-2D3AD255F05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95B812-50B0-07B1-A08B-E94690D4C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1B69D-332D-35B4-ADD9-40F64CF9C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E2CA-B43B-4054-A0C7-AED9852C1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51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A1328-281E-E30A-379F-04C77340A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27A6A-6C2B-DE29-7119-2655052A4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87AA6-74A0-93F1-CAAA-D4A8D5362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A5EA2-27EF-C9CE-F140-6050F1D3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2FA90-7722-4F44-881C-2D3AD255F05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B5B3B-7808-1476-DBC7-93F2526C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4D1C7-3671-0968-82F9-675755D9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E2CA-B43B-4054-A0C7-AED9852C1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539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0DB4-899C-8D1C-1436-404455915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FC6F8B-E54A-5E80-B5E4-AE3D6AF85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67EFF-20BF-44D4-F2C9-8C8024B06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E6774-6CF5-3F70-0AAB-E93E4841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2FA90-7722-4F44-881C-2D3AD255F05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39DA1-9C3C-1780-D5AF-6B4C60601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34A13-8143-20DE-162B-3E1C8142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E2CA-B43B-4054-A0C7-AED9852C1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9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D536-5687-4D11-17D4-CDF0F1CAD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3025E-F6DA-93EC-BE32-CE67FF586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E5732-35B2-5DC4-7162-504368FB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2FA90-7722-4F44-881C-2D3AD255F05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96AA1-DBF4-CEA2-FD28-3D8AA6DE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3E8D8-4991-473C-56AB-1A039648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E2CA-B43B-4054-A0C7-AED9852C1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559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79ED39-76EB-2737-DFA5-F65DFE7959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8102C-0556-040D-C789-D752F3E71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C5B6A-883A-54A0-13FB-E1E34923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2FA90-7722-4F44-881C-2D3AD255F05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6547C-D65E-A823-88EA-D8255BFFE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2D553-A1CF-F442-90E0-2999F2415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E2CA-B43B-4054-A0C7-AED9852C1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11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F7B7C5-9AF9-8C7F-6688-75D3FE51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F26E1-67C8-28D3-C406-7D69D490D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DF101-9B90-9230-BA16-863536D84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2FA90-7722-4F44-881C-2D3AD255F05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A1839-CE0C-E1F7-6E6E-C53C1C037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5FF9E-1AA5-C8EB-75DF-ED1629E4A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DE2CA-B43B-4054-A0C7-AED9852C17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92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CA29-995A-0F03-8072-6B8290959B8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A5CFDD-3B7B-E631-784F-C12E6070BCF4}"/>
              </a:ext>
            </a:extLst>
          </p:cNvPr>
          <p:cNvSpPr txBox="1"/>
          <p:nvPr/>
        </p:nvSpPr>
        <p:spPr>
          <a:xfrm>
            <a:off x="0" y="-48875"/>
            <a:ext cx="1208397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 u="sng" dirty="0">
                <a:latin typeface="Algerian" panose="04020705040A02060702" pitchFamily="82" charset="0"/>
              </a:rPr>
              <a:t>Executive Summary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4000" b="1" u="sng" dirty="0"/>
              <a:t>Title: </a:t>
            </a:r>
            <a:r>
              <a:rPr lang="en-IN" sz="4000" dirty="0"/>
              <a:t>Google Search Campaign Overview.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4000" b="1" u="sng" dirty="0"/>
              <a:t>FOCUS</a:t>
            </a:r>
            <a:r>
              <a:rPr lang="en-IN" sz="4000" u="sng" dirty="0"/>
              <a:t> </a:t>
            </a:r>
            <a:r>
              <a:rPr lang="en-IN" sz="4000" dirty="0"/>
              <a:t>: Capturing High-Intent Education &amp; Upskilling Traffic in Tirupati.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4000" b="1" u="sng" dirty="0"/>
              <a:t>Bottom Line</a:t>
            </a:r>
            <a:r>
              <a:rPr lang="en-IN" sz="4000" b="1" dirty="0"/>
              <a:t>:</a:t>
            </a:r>
            <a:r>
              <a:rPr lang="en-IN" sz="4000" dirty="0"/>
              <a:t> Driving high-quality leads for top-performing programs.</a:t>
            </a:r>
            <a:endParaRPr lang="en-IN" sz="4000" b="1" u="sng" dirty="0">
              <a:latin typeface="Algerian" panose="04020705040A02060702" pitchFamily="82" charset="0"/>
            </a:endParaRPr>
          </a:p>
          <a:p>
            <a:pPr algn="ctr"/>
            <a:endParaRPr lang="en-IN" sz="5400" b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526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AA013-8872-A2EA-9CBA-D25850ED0496}"/>
              </a:ext>
            </a:extLst>
          </p:cNvPr>
          <p:cNvSpPr txBox="1"/>
          <p:nvPr/>
        </p:nvSpPr>
        <p:spPr>
          <a:xfrm>
            <a:off x="729204" y="254644"/>
            <a:ext cx="1127374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/>
              <a:t>Campaign Strategy &amp; Audience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4000" b="1" dirty="0"/>
              <a:t>Primary Objective:</a:t>
            </a:r>
            <a:r>
              <a:rPr lang="en-IN" sz="4000" dirty="0"/>
              <a:t> Generate inquiries and course registrations.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4000" b="1" dirty="0"/>
              <a:t>Target Profile:</a:t>
            </a:r>
            <a:r>
              <a:rPr lang="en-IN" sz="4000" dirty="0"/>
              <a:t> Young professionals and students looking for career advancement.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4000" b="1" dirty="0"/>
              <a:t>Local Focus:</a:t>
            </a:r>
            <a:r>
              <a:rPr lang="en-IN" sz="4000" dirty="0"/>
              <a:t> Hyper-local geo-targeting ensuring ad delivery only to high-value candidates in and around Tirupati.</a:t>
            </a:r>
          </a:p>
          <a:p>
            <a:pPr algn="ctr"/>
            <a:endParaRPr lang="en-IN" sz="4000" b="1" u="sng" dirty="0"/>
          </a:p>
        </p:txBody>
      </p:sp>
    </p:spTree>
    <p:extLst>
      <p:ext uri="{BB962C8B-B14F-4D97-AF65-F5344CB8AC3E}">
        <p14:creationId xmlns:p14="http://schemas.microsoft.com/office/powerpoint/2010/main" val="3760581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9171A9-5C03-E019-4A22-85A3CDC2F321}"/>
              </a:ext>
            </a:extLst>
          </p:cNvPr>
          <p:cNvSpPr txBox="1"/>
          <p:nvPr/>
        </p:nvSpPr>
        <p:spPr>
          <a:xfrm>
            <a:off x="706055" y="358816"/>
            <a:ext cx="882859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/>
              <a:t>Budget &amp; Structure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4000" b="1" dirty="0"/>
              <a:t>Investment:</a:t>
            </a:r>
            <a:r>
              <a:rPr lang="en-IN" sz="4000" dirty="0"/>
              <a:t> ₹\(60,000\)/month pacing.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4000" b="1" dirty="0"/>
              <a:t>Ad Groups : </a:t>
            </a:r>
            <a:r>
              <a:rPr lang="en-IN" sz="4000" dirty="0"/>
              <a:t>Digital Marketing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4000" dirty="0"/>
              <a:t>Data Science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4000" dirty="0"/>
              <a:t>Tech &amp; Finance (Tally, Web Development)</a:t>
            </a:r>
          </a:p>
          <a:p>
            <a:pPr algn="ctr"/>
            <a:endParaRPr lang="en-IN" sz="4000" b="1" u="sng" dirty="0"/>
          </a:p>
        </p:txBody>
      </p:sp>
    </p:spTree>
    <p:extLst>
      <p:ext uri="{BB962C8B-B14F-4D97-AF65-F5344CB8AC3E}">
        <p14:creationId xmlns:p14="http://schemas.microsoft.com/office/powerpoint/2010/main" val="563250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DAF63A-26F1-67C1-67C5-0097F08AC833}"/>
              </a:ext>
            </a:extLst>
          </p:cNvPr>
          <p:cNvSpPr txBox="1"/>
          <p:nvPr/>
        </p:nvSpPr>
        <p:spPr>
          <a:xfrm>
            <a:off x="462987" y="243069"/>
            <a:ext cx="867811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/>
              <a:t>Key Performance Indicators (KPIs)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4000" b="1" dirty="0"/>
              <a:t>Traffic Focus:</a:t>
            </a:r>
            <a:r>
              <a:rPr lang="en-IN" sz="4000" dirty="0"/>
              <a:t> High Click-Through Rate (CTR) targets.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IN" sz="4000" b="1" dirty="0"/>
              <a:t>Acquisition Cost:</a:t>
            </a:r>
            <a:r>
              <a:rPr lang="en-IN" sz="4000" dirty="0"/>
              <a:t> Optimized Target CPA.</a:t>
            </a:r>
          </a:p>
        </p:txBody>
      </p:sp>
    </p:spTree>
    <p:extLst>
      <p:ext uri="{BB962C8B-B14F-4D97-AF65-F5344CB8AC3E}">
        <p14:creationId xmlns:p14="http://schemas.microsoft.com/office/powerpoint/2010/main" val="3572201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Algerian</vt:lpstr>
      <vt:lpstr>Arial</vt:lpstr>
      <vt:lpstr>Calibri</vt:lpstr>
      <vt:lpstr>Calibri Light</vt:lpstr>
      <vt:lpstr>Courier New</vt:lpstr>
      <vt:lpstr>Office Theme</vt:lpstr>
      <vt:lpstr>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AAKULA TEJESH</dc:creator>
  <cp:lastModifiedBy>AAKULA TEJESH</cp:lastModifiedBy>
  <cp:revision>1</cp:revision>
  <dcterms:created xsi:type="dcterms:W3CDTF">2026-07-15T13:14:54Z</dcterms:created>
  <dcterms:modified xsi:type="dcterms:W3CDTF">2026-07-15T13:15:12Z</dcterms:modified>
</cp:coreProperties>
</file>